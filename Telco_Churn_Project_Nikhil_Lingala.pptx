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Telecom Churn Analytics (Python + SQL)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By: Nikhil Lingala</a:t>
            </a:r>
          </a:p>
          <a:p>
            <a:r>
              <a:t>Tools: Python | SQL | Pandas | Matplotlib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Month-to-Month customers churn 45.8% → highest risky segment.</a:t>
            </a:r>
          </a:p>
          <a:p>
            <a:r>
              <a:t>- Most churners leave to Competitor.</a:t>
            </a:r>
          </a:p>
          <a:p>
            <a:r>
              <a:t>- Attitude &amp; Dissatisfaction also high churn drivers.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Move month-to-month customers to annual plans.</a:t>
            </a:r>
          </a:p>
          <a:p>
            <a:r>
              <a:t>- Offer device upgrade deals.</a:t>
            </a:r>
          </a:p>
          <a:p>
            <a:r>
              <a:t>- Target 'Competitor' reason customers.</a:t>
            </a:r>
          </a:p>
          <a:p>
            <a:r>
              <a:t>- Improve customer support behaviour.</a:t>
            </a:r>
          </a:p>
          <a:p>
            <a:r>
              <a:t>- Protect high revenue customers.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